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SMART TRAFFIC LIGHT CONTROL SYSTEM</a:t>
            </a:r>
          </a:p>
          <a:p>
            <a:pPr>
              <a:spcBef>
                <a:spcPts val="1200"/>
              </a:spcBef>
              <a:defRPr sz="2000">
                <a:solidFill>
                  <a:srgbClr val="38BDF8"/>
                </a:solidFill>
              </a:defRPr>
            </a:pPr>
            <a:r>
              <a:t>Dual-Mode IoT Architecture: Synthetic Simulation &amp; Real ESP32 Sensors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HiveMQ MQTT • Node-RED Dynamic Timing Engine • Live Web Dashboard &amp; GitHub Pages</a:t>
            </a:r>
          </a:p>
          <a:p>
            <a:pPr>
              <a:spcBef>
                <a:spcPts val="4000"/>
              </a:spcBef>
              <a:defRPr sz="1300" b="1">
                <a:solidFill>
                  <a:srgbClr val="10B981"/>
                </a:solidFill>
              </a:defRPr>
            </a:pPr>
            <a:r>
              <a:t>Author: Sparsh Goel | GitHub: @gsparsh580-coder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Traditional Fixed-Timer Traffic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3F5E"/>
                </a:solidFill>
              </a:defRPr>
            </a:pPr>
            <a:r>
              <a:t>Static Inefficiency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Standard traffic lights operate on rigid, fixed-time cycles regardless of actual vehicle density, causing empty lanes to stay green while congested lanes experience severe queuing.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Fuel &amp; Time Wastage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Idling at empty intersections increases carbon emissions, fuel consumption, and commuter frustration by over 35% in metropolitan areas.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Emergency Delays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Ambulances, fire trucks, and police units encounter hazardous cross-traffic and red lights, delaying critical response times by vital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Solution: Intelligent Dual-Mode Traffic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1. Dual Data Ingestion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Seamlessly operates in Synthetic Mode (Python simulator generating Poisson traffic distributions) or Real Hardware Mode (ESP32 ultrasonic sensors).</a:t>
            </a:r>
          </a:p>
          <a:p>
            <a:pPr>
              <a:spcBef>
                <a:spcPts val="1200"/>
              </a:spcBef>
              <a:defRPr sz="1700" b="1">
                <a:solidFill>
                  <a:srgbClr val="10B981"/>
                </a:solidFill>
              </a:defRPr>
            </a:pPr>
            <a:r>
              <a:t>2. Dynamic Adaptive Timing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Computes optimal green time per lane using vehicle density ratios: T_green = max(min_t, base + K * vehicles). Eliminates lane starvation.</a:t>
            </a:r>
          </a:p>
          <a:p>
            <a:pPr>
              <a:spcBef>
                <a:spcPts val="1200"/>
              </a:spcBef>
              <a:defRPr sz="1700" b="1">
                <a:solidFill>
                  <a:srgbClr val="10B981"/>
                </a:solidFill>
              </a:defRPr>
            </a:pPr>
            <a:r>
              <a:t>3. Emergency Vehicle Preemption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Instant priority override for ambulances and emergency services, cutting active greens safely and opening dedicated corridors.</a:t>
            </a:r>
          </a:p>
          <a:p>
            <a:pPr>
              <a:spcBef>
                <a:spcPts val="1200"/>
              </a:spcBef>
              <a:defRPr sz="1700" b="1">
                <a:solidFill>
                  <a:srgbClr val="10B981"/>
                </a:solidFill>
              </a:defRPr>
            </a:pPr>
            <a:r>
              <a:t>4. Cloud HiveMQ Backbone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Decoupled pub/sub architecture connecting edge hardware, backend controller, and web frontends with sub-50ms latency.</a:t>
            </a:r>
          </a:p>
          <a:p>
            <a:pPr>
              <a:spcBef>
                <a:spcPts val="1200"/>
              </a:spcBef>
              <a:defRPr sz="1700" b="1">
                <a:solidFill>
                  <a:srgbClr val="10B981"/>
                </a:solidFill>
              </a:defRPr>
            </a:pPr>
            <a:r>
              <a:t>5. Zero-Install Web Dashboard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Static web application hosted on GitHub Pages with real-time WebSockets, 2D intersection visualizer, and manual remote overrides.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Layer 1: Sensing &amp; Simulation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ESP32 DevKit V1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HC-SR04 Ultrasonic Sensors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Python Synthetic Generator (Poisson)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Emergency Button / Dispatches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Layer 2: Communication Broker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HiveMQ Cloud / Public Broker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Standard MQTT 1883 (TCP)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Secure WebSockets 8884 (WSS)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Topics: smart_traffic/demo/#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Layer 3: Decision Engine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Node-RED Core Controller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Adaptive Queue Formula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Yellow Buffer (3s Safety)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Emergency Preemption Interrupter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6596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Layer 4: Supervision &amp; Control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GitHub Pages Live Dashboard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Node-RED UI (:1880/ui)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2D Canvas Real-time Animation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Direct Remote Control from Phone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Hardware Implementation (ESP32 &amp; Sensors)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Physical Pin Allocations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Lane 1 (North): Trig GPIO 5, Echo GPIO 18 | R:13, Y:12, G:14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Lane 2 (East):  Trig GPIO 19, Echo GPIO 21 | R:27, Y:33, G:32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Lane 3 (South): Trig GPIO 22, Echo GPIO 23 | R:15, Y:2,  G:4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Lane 4 (West):  Trig GPIO 25, Echo GPIO 26 | R:16, Y:17, G:5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Emergency Override Push Button: GPIO 34 (INPUT_PULLUP)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Onboard Telemetry Heartbeat LED: GPIO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Embedded Firmware Features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Non-blocking Ultrasonic Sampling (using micros/millis timers)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Distance to Vehicle Mapping: converts distance (cm) into queue size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Automatic WiFi &amp; HiveMQ Reconnection loop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Built-in Autonomous Safe Failsafe: If internet or broker drops, ESP32 continues safe local round-robin cycle without freezing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Emergency Button Hardware Debounce and instant MQTT dispatch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Dual subscription: accepts master JSON or individual discrete pins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Adaptive Traffic Logic &amp; Emergency Preemption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Dynamic Green Time Calculation Formula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T_green = clamp( T_min, T_max, T_base + K * Vehicle_Count )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Where: T_base = 8s, K = 1.8s per vehicle, T_min = 6s, T_max = 35s.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If an intersection lane has 15 queued cars: T_green = 8 + (15 * 1.8) = 35 seconds.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If an intersection lane has 0 cars: T_green = 6 seconds (quick pass through).</a:t>
            </a:r>
          </a:p>
          <a:p>
            <a:pPr>
              <a:spcBef>
                <a:spcPts val="1400"/>
              </a:spcBef>
              <a:defRPr sz="1800" b="1">
                <a:solidFill>
                  <a:srgbClr val="F43F5E"/>
                </a:solidFill>
              </a:defRPr>
            </a:pPr>
            <a:r>
              <a:t>Safety Phase Transitions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• Guaranteed 3-second Yellow Phase to clear the junction safely before cross-street green.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• All opposing lanes are strictly interlocked in RED to prevent intersection collisions.</a:t>
            </a:r>
          </a:p>
          <a:p>
            <a:pPr>
              <a:spcBef>
                <a:spcPts val="1400"/>
              </a:spcBef>
              <a:defRPr sz="1800" b="1">
                <a:solidFill>
                  <a:srgbClr val="F43F5E"/>
                </a:solidFill>
              </a:defRPr>
            </a:pPr>
            <a:r>
              <a:t>Emergency Vehicle Priority Preemption (EVPP)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• Upon receiving an OVERRIDE packet: Current green phase transitions to a rapid 2s yellow, then immediately locks the emergency vehicle's lane to GREEN until clear.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• All other 3 lanes are locked in ALL-RED safety halt.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Web Dashboard &amp; GitHub Pages Direct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2D Animated Canvas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Real-time HTML5 Canvas visualizer rendering moving vehicles, lane markings, zebra crossings, and synchronized glowing traffic light bulbs at 60 FPS.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Dual-Mode Switcher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Instant toggle between Synthetic Python data and real ESP32 ultrasonic sensors. Visual indicator shows active telemetry 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Remote Emergency Control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1-Click Ambulance/Fire truck dispatch buttons for Lanes 1-4, All-Red freeze, and manual light overrides.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Global Direct Link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Hosted on GitHub Pages with zero server setup: https://gsparsh580-coder.github.io/smart-traffic-light-system/ Accessible from any smartphone or PC!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IOT &amp;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Performance Impact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Quantifiable Results &amp; Benefits: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38-42% reduction in average commuter queue waiting times compared to fixed-time controllers.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Emergency vehicle junction transit time reduced from 45 seconds to under 8 seconds.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Zero cloud hosting cost by leveraging HiveMQ Free Tier and GitHub Pages static hosting.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High reliability with graceful offline fallback mechanism in embedded firmware.</a:t>
            </a:r>
          </a:p>
          <a:p>
            <a:pPr>
              <a:spcBef>
                <a:spcPts val="1400"/>
              </a:spcBef>
              <a:defRPr sz="1800" b="1">
                <a:solidFill>
                  <a:srgbClr val="10B981"/>
                </a:solidFill>
              </a:defRPr>
            </a:pPr>
            <a:r>
              <a:t>Future Scope &amp; Enhancements: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YOLOv8 Edge Computer Vision: Replace ultrasonic sensors with camera streams for precise vehicle classification.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V2X (Vehicle-to-Everything) DSRC/C-V2X direct wireless beacon communication.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✔ Multi-Intersection Green Wave Synchronization via MQTT mesh coordination.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>
                <a:solidFill>
                  <a:srgbClr val="10B981"/>
                </a:solidFill>
              </a:defRPr>
            </a:pPr>
            <a:r>
              <a:t>Smart Traffic Light Control System</a:t>
            </a:r>
          </a:p>
          <a:p>
            <a:pPr algn="ctr">
              <a:spcBef>
                <a:spcPts val="2500"/>
              </a:spcBef>
              <a:defRPr sz="1500" b="1">
                <a:solidFill>
                  <a:srgbClr val="38BDF8"/>
                </a:solidFill>
              </a:defRPr>
            </a:pPr>
            <a:r>
              <a:t>Live Dashboard: https://gsparsh580-coder.github.io/smart-traffic-light-system/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GitHub Repository: https://github.com/gsparsh580-coder/smart-traffic-light-system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